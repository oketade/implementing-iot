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0"/>
            <a:ext cx="548640" cy="5143500"/>
          </a:xfrm>
          <a:prstGeom prst="rect">
            <a:avLst/>
          </a:prstGeom>
          <a:solidFill>
            <a:srgbClr val="14A085">
              <a:alpha val="60000"/>
            </a:srgbClr>
          </a:solidFill>
          <a:ln w="12700">
            <a:solidFill>
              <a:srgbClr val="14A085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UX / UI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2377440"/>
            <a:ext cx="25603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4871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Option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Using a Prototype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315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Information Technology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640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covers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097280"/>
            <a:ext cx="45720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188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170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Prototyping?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4447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purpose, fidelity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0" y="1865376"/>
            <a:ext cx="45720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9568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938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Prototype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2128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CV Feature — RDI Platform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97680" y="2633472"/>
            <a:ext cx="45720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27249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706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9809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screens demonstrated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97680" y="3401568"/>
            <a:ext cx="45720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34930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Plan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749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observation, findings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97680" y="4169664"/>
            <a:ext cx="45720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426110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4242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Iteration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45171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 and improvements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WHAT IS PROTOTYPING?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theory behind the practice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896112"/>
          </a:xfrm>
          <a:prstGeom prst="rect">
            <a:avLst/>
          </a:prstGeom>
          <a:solidFill>
            <a:srgbClr val="0D7377">
              <a:alpha val="1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8961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4475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</a:t>
            </a:r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creating representations of a system to explore, communicate, and evaluate design ideas</a:t>
            </a:r>
            <a:pPr indent="0" marL="0">
              <a:buNone/>
            </a:pPr>
            <a:r>
              <a:rPr lang="en-US" sz="12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full implementation</a:t>
            </a:r>
            <a:pPr indent="0" marL="0">
              <a:buNone/>
            </a:pPr>
            <a:r>
              <a:rPr lang="en-US" sz="12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when changes are still inexpensive.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50592"/>
            <a:ext cx="265176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78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Tool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implicit decisions to become explicit. Exposes inconsistencies hidden in documentation.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2450592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2450592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578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Object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349300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artifact enabling collaboration between designers, engineers, and stakeholders.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2450592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450592"/>
            <a:ext cx="2651760" cy="548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578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63640" y="349300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assumptions about usability and workflow be tested with real users before building.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FIDELITY LEVELS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level of fidelity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64592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74320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463040"/>
            <a:ext cx="2743200" cy="1645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463040"/>
            <a:ext cx="2743200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FIDELITY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FIDELITY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FIDELITY ← MY CHOICE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412480" y="137160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93392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93392"/>
            <a:ext cx="2651760" cy="365760"/>
          </a:xfrm>
          <a:prstGeom prst="rect">
            <a:avLst/>
          </a:prstGeom>
          <a:solidFill>
            <a:srgbClr val="9CA3AF">
              <a:alpha val="50000"/>
            </a:srgbClr>
          </a:solidFill>
          <a:ln w="12700">
            <a:solidFill>
              <a:srgbClr val="9CA3A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02082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Fidelity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4505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Structure &amp; flow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2706624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Early exploration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297180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Paper sketches, wireframes, sticky note flows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337560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 make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needed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layout ideas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 for interaction testing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1993392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993392"/>
            <a:ext cx="2651760" cy="365760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02082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Fidelity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24505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Navigation &amp; layout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55848" y="2706624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Concept validation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55848" y="297180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Figma wireframes, clickable mockups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55848" y="3337560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interactivity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layout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flow testing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visual realism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1993392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993392"/>
            <a:ext cx="265176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202082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Fidelity 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24505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Interaction &amp; perception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36208" y="2706624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Usability testing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36208" y="297180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Interactive HTML prototype — this project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36208" y="3337560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real product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click interactions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animations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observing real user behaviour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MY PROTOTYPE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CV Feature — RDI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3931920" cy="3429000"/>
          </a:xfrm>
          <a:prstGeom prst="rect">
            <a:avLst/>
          </a:prstGeom>
          <a:solidFill>
            <a:srgbClr val="1A2433"/>
          </a:solidFill>
          <a:ln w="12700">
            <a:solidFill>
              <a:srgbClr val="2632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920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RDI Student–Company Collaboration Platform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3611880" cy="9144"/>
          </a:xfrm>
          <a:prstGeom prst="rect">
            <a:avLst/>
          </a:prstGeom>
          <a:solidFill>
            <a:srgbClr val="263248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CV Feature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3611880" cy="9144"/>
          </a:xfrm>
          <a:prstGeom prst="rect">
            <a:avLst/>
          </a:prstGeom>
          <a:solidFill>
            <a:srgbClr val="263248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08760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310128"/>
            <a:ext cx="3611880" cy="9144"/>
          </a:xfrm>
          <a:prstGeom prst="rect">
            <a:avLst/>
          </a:prstGeom>
          <a:solidFill>
            <a:srgbClr val="263248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3566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Information Technology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858768"/>
            <a:ext cx="3611880" cy="9144"/>
          </a:xfrm>
          <a:prstGeom prst="rect">
            <a:avLst/>
          </a:prstGeom>
          <a:solidFill>
            <a:srgbClr val="263248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14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4114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Pre-development — concept approval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444752"/>
            <a:ext cx="3931920" cy="3429000"/>
          </a:xfrm>
          <a:prstGeom prst="rect">
            <a:avLst/>
          </a:prstGeom>
          <a:solidFill>
            <a:srgbClr val="1A2433"/>
          </a:solidFill>
          <a:ln w="12700">
            <a:solidFill>
              <a:srgbClr val="2632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DECISIONS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8348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1920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test real usability with users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2212848"/>
            <a:ext cx="3474720" cy="9144"/>
          </a:xfrm>
          <a:prstGeom prst="rect">
            <a:avLst/>
          </a:prstGeom>
          <a:solidFill>
            <a:srgbClr val="263248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468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2468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interactive HTML/CSS/JS in browser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83480" y="2761488"/>
            <a:ext cx="3474720" cy="9144"/>
          </a:xfrm>
          <a:prstGeom prst="rect">
            <a:avLst/>
          </a:prstGeom>
          <a:solidFill>
            <a:srgbClr val="263248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3017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screens, not the full system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83480" y="3310128"/>
            <a:ext cx="3474720" cy="9144"/>
          </a:xfrm>
          <a:prstGeom prst="rect">
            <a:avLst/>
          </a:prstGeom>
          <a:solidFill>
            <a:srgbClr val="263248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566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80760" y="35661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 students as test participants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3858768"/>
            <a:ext cx="3474720" cy="9144"/>
          </a:xfrm>
          <a:prstGeom prst="rect">
            <a:avLst/>
          </a:prstGeom>
          <a:solidFill>
            <a:srgbClr val="263248"/>
          </a:solidFill>
          <a:ln w="12700">
            <a:solidFill>
              <a:srgbClr val="2632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4114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41148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Think-aloud observation with task script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PROTOTYPE WALKTHROUGH  ·  SCREEN 1 OF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 Import &amp; Auto-Fill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 being tested: Upload a CV, observe what auto-fills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572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4572000" cy="34747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RDI.  |  CV Import   CV Builder   My Profile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420624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402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Drop your CV here or click to browse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 ·  DOCX  ·  TXT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420624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46120"/>
            <a:ext cx="25603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375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skills &amp; experience…  68%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48640" y="36393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600200" y="3639312"/>
            <a:ext cx="2926080" cy="2103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3648456"/>
            <a:ext cx="2834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 ✦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600200" y="3931920"/>
            <a:ext cx="2926080" cy="2103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3941064"/>
            <a:ext cx="2834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peter.oketade@student.fi ✦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8640" y="4224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600200" y="4224528"/>
            <a:ext cx="2926080" cy="2103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4233672"/>
            <a:ext cx="2834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JS, Node.js, React… ✦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212080" y="1664208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77840" y="16642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zone: drag &amp; drop or click — needs to feel inviting and clear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2395728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77840" y="23957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progress shown in real time — reduces anxiety during wait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0" y="306324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3063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fields highlighted in GREEN — signals which fields came from the CV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12080" y="374904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77840" y="37490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before saving — user stays in control, not forced to accept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PROTOTYPE WALKTHROUGH  ·  SCREENS 2 &amp;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2 — CV Builder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task: Edit title, remove a skill, export PDF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4114800" cy="32004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RDI.  |  CV Builder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234440" y="1828800"/>
            <a:ext cx="1371600" cy="201168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183794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234440" y="2194560"/>
            <a:ext cx="1371600" cy="201168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22037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IT Student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234440" y="2560320"/>
            <a:ext cx="1371600" cy="201168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25694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peter.oketade@student.fi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594360" cy="201168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✕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1124712" y="3200400"/>
            <a:ext cx="594360" cy="201168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4712" y="3200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✕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1792224" y="3200400"/>
            <a:ext cx="594360" cy="201168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92224" y="3200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✕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459736" y="3200400"/>
            <a:ext cx="594360" cy="201168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9736" y="3200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✕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2788920" y="1764792"/>
            <a:ext cx="1508760" cy="3017520"/>
          </a:xfrm>
          <a:prstGeom prst="rect">
            <a:avLst/>
          </a:prstGeom>
          <a:solidFill>
            <a:srgbClr val="FAFAF9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18013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1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834640" y="2011680"/>
            <a:ext cx="1371600" cy="36576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2084832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IT Student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· Experience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Python, JS…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57200" y="4224528"/>
            <a:ext cx="91440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24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PDF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463040" y="4224528"/>
            <a:ext cx="914400" cy="256032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63040" y="4224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DOCX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54880" y="713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3 — My Profile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754880" y="1069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task: Find company profile preview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1389888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389888"/>
            <a:ext cx="4114800" cy="96012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1481328"/>
            <a:ext cx="640080" cy="6400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77840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77840" y="17922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IT Student  |  Helsinki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46320" y="2395728"/>
            <a:ext cx="1417320" cy="228600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3957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892040" y="26517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peter.oketade@student.fi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Helsinki, Finland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github.com/peteroketade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675120" y="2395728"/>
            <a:ext cx="2011680" cy="228600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23957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72084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Developer — Nokia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— Haaga-Helia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846320" y="4572000"/>
            <a:ext cx="182880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Preview as Company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USER TESTING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tested the prototype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3931920" cy="384048"/>
          </a:xfrm>
          <a:prstGeom prst="rect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Method &amp; Participants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18745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Think-aloud usability testing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130552"/>
            <a:ext cx="3611880" cy="9144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591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23591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fellow students (same course)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615184"/>
            <a:ext cx="3611880" cy="9144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437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28437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 per participant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099816"/>
            <a:ext cx="3611880" cy="9144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2841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91640" y="332841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prototype open in browser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3611880" cy="9144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130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91640" y="38130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Note-taker + built-in observer log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3611880" cy="9144"/>
          </a:xfrm>
          <a:prstGeom prst="rect">
            <a:avLst/>
          </a:prstGeom>
          <a:solidFill>
            <a:srgbClr val="EEEAE3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976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42976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notes, no screen recording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137160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AE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371600"/>
            <a:ext cx="3931920" cy="384048"/>
          </a:xfrm>
          <a:prstGeom prst="rect">
            <a:avLst/>
          </a:prstGeom>
          <a:solidFill>
            <a:srgbClr val="0D7377">
              <a:alpha val="9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Script Given to Users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1938528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376672" y="193852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CV and check what information was automatically detected and filled in.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2743200"/>
            <a:ext cx="9144" cy="228600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2926080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76672" y="29260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CV Builder to change your role title, remove one skill, then export the CV as PDF.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3730752"/>
            <a:ext cx="9144" cy="228600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83480" y="3913632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76672" y="39136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a company would see your profile and preview it from their perspective.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46451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given: "Try to complete each task. Think out loud — tell me what you expect and what confuses you."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FINDINGS &amp; ITERATION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 issues found &amp; design responses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34747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4081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1832" y="14081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Issue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408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Interpretation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61304" y="1408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8412480" cy="731520"/>
          </a:xfrm>
          <a:prstGeom prst="rect">
            <a:avLst/>
          </a:prstGeom>
          <a:solidFill>
            <a:srgbClr val="FAFAF9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37360"/>
            <a:ext cx="54864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180136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zone not clearly clickable — no obvious button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0" y="18013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wasn't sure if I should click it or drag a file"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61304" y="18013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visible 'Browse Files' button inside the zone + border colour on hover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96312"/>
            <a:ext cx="8412480" cy="731520"/>
          </a:xfrm>
          <a:prstGeom prst="rect">
            <a:avLst/>
          </a:prstGeom>
          <a:solidFill>
            <a:srgbClr val="F5F4EE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96312"/>
            <a:ext cx="54864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58775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" y="256032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highlights on auto-filled fields not noticed by 1 user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25603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didn't realise those had been filled automatically"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61304" y="25603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prominent 'auto-filled' badge next to each label, not just a colour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255264"/>
            <a:ext cx="8412480" cy="731520"/>
          </a:xfrm>
          <a:prstGeom prst="rect">
            <a:avLst/>
          </a:prstGeom>
          <a:solidFill>
            <a:srgbClr val="FAFAF9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255264"/>
            <a:ext cx="54864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34670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" y="331927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preview button hard to find on Profile page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0" y="33192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expected it at the top, not at the bottom"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61304" y="33192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'Preview as Company' to the profile header area, more prominent placement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014216"/>
            <a:ext cx="8412480" cy="731520"/>
          </a:xfrm>
          <a:prstGeom prst="rect">
            <a:avLst/>
          </a:prstGeom>
          <a:solidFill>
            <a:srgbClr val="F5F4EE"/>
          </a:solidFill>
          <a:ln w="12700">
            <a:solidFill>
              <a:srgbClr val="EEEA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14216"/>
            <a:ext cx="54864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410565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1832" y="4078224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 live preview not immediately visible on load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0" y="407822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didn't know there was a preview until I scrolled right"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61304" y="407822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tooltip or callout arrow pointing to the preview panel on first load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prototyping taught 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8686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prototype forced implicit decisions to become explicit — issues I never would have found in documentation or discussion became immediately obvious when a real user tried to use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2651760" cy="12344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Prototyping = Thinking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358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screens forced me to make decisions I had been avoiding in my head.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578608"/>
            <a:ext cx="2651760" cy="12344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Users Reveal the Truth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30358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real issues were found in 15-min sessions that I never anticipated.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578608"/>
            <a:ext cx="2651760" cy="12344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Iteration is the Process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30358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issue found is not a failure — it is the prototype doing its job correctly.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Adedayo Oketade  ·  Industrial Information Technology  ·  RDI Platform — Smart CV Feature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&amp; feedback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UX/UI Prototyping – Smart CV Feature</dc:title>
  <dc:subject>PptxGenJS Presentation</dc:subject>
  <dc:creator>PptxGenJS</dc:creator>
  <cp:lastModifiedBy>PptxGenJS</cp:lastModifiedBy>
  <cp:revision>1</cp:revision>
  <dcterms:created xsi:type="dcterms:W3CDTF">2026-03-07T15:46:48Z</dcterms:created>
  <dcterms:modified xsi:type="dcterms:W3CDTF">2026-03-07T15:46:48Z</dcterms:modified>
</cp:coreProperties>
</file>